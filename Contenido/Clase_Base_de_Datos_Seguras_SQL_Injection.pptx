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Ataques de Inyección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Base de Datos Seguras</a:t>
            </a:r>
            <a:br/>
            <a:r>
              <a:t>Clase universitaria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Comprender SQL Injection</a:t>
            </a:r>
            <a:br/>
            <a:r>
              <a:t>• Identificar riesgos</a:t>
            </a:r>
            <a:br/>
            <a:r>
              <a:t>• Aplicar mitigaciones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SQL Injection?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Manipulación de consultas SQL mediante entradas no validadas.</a:t>
            </a:r>
            <a:br/>
            <a:r>
              <a:t>Impacto: robo, modificación y eliminación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UNION-based</a:t>
            </a:r>
            <a:br/>
            <a:r>
              <a:t>• Error-based</a:t>
            </a:r>
            <a:br/>
            <a:r>
              <a:t>• Blind</a:t>
            </a:r>
            <a:br/>
            <a:r>
              <a:t>• Time-based</a:t>
            </a:r>
            <a:br/>
            <a:r>
              <a:t>• Out-of-band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vulnerable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Consulta: SELECT * FROM usuarios WHERE usuario=[entrada] AND clave=[entrada]</a:t>
            </a:r>
            <a:br/>
            <a:r>
              <a:t>Ejemplo de ataque: ' OR '1'='1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Consultas parametrizadas</a:t>
            </a:r>
            <a:br/>
            <a:r>
              <a:t>• Validación de entradas</a:t>
            </a:r>
            <a:br/>
            <a:r>
              <a:t>• Principio de mínimo privilegio</a:t>
            </a:r>
            <a:br/>
            <a:r>
              <a:t>• WAF</a:t>
            </a:r>
            <a:br/>
            <a:r>
              <a:t>• Auditoría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Crear BD de prueba</a:t>
            </a:r>
            <a:br/>
            <a:r>
              <a:t>2. Demostrar consulta vulnerable</a:t>
            </a:r>
            <a:br/>
            <a:r>
              <a:t>3. Corregir con parámetros</a:t>
            </a:r>
            <a:br/>
            <a:r>
              <a:t>4. Analizar registros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Explique qué es SQLi y proponga tres medidas de mitigación.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La seguridad depende del desarrollo seguro, controles y monitoreo.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